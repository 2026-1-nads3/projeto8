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3"/>
    </p:embeddedFont>
    <p:embeddedFont>
      <p:font typeface="Open Sans 1" panose="020B0604020202020204" charset="0"/>
      <p:regular r:id="rId4"/>
    </p:embeddedFont>
    <p:embeddedFont>
      <p:font typeface="Open Sans 1 Bold" panose="020B0604020202020204" charset="0"/>
      <p:regular r:id="rId5"/>
    </p:embeddedFont>
    <p:embeddedFont>
      <p:font typeface="Open Sans 2" panose="020B0604020202020204" charset="0"/>
      <p:regular r:id="rId6"/>
    </p:embeddedFont>
    <p:embeddedFont>
      <p:font typeface="Open Sans 2 Bold" panose="020B0604020202020204" charset="0"/>
      <p:regular r:id="rId7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716" y="804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0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337842" y="13437903"/>
            <a:ext cx="20464104" cy="12527228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7180" y="30517709"/>
            <a:ext cx="13848538" cy="8728488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403306" y="30587441"/>
            <a:ext cx="12527228" cy="7676902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748047" y="7730622"/>
            <a:ext cx="10206805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869448" y="18058832"/>
            <a:ext cx="99639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34" b="1" spc="433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PROJETO MAYA RPG - APP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404768" y="6355587"/>
            <a:ext cx="24286089" cy="166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Ana Luiza Ribeiro, Henri </a:t>
            </a:r>
            <a:r>
              <a:rPr lang="en-US" sz="4762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Seixas</a:t>
            </a: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, Matheus Fernandes, Pedro Henrique Araújo</a:t>
            </a:r>
          </a:p>
          <a:p>
            <a:pPr algn="ctr">
              <a:lnSpc>
                <a:spcPts val="6668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</a:t>
            </a:r>
            <a:r>
              <a:rPr lang="en-US" sz="4762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Aimar Lopes, Francisco Escobar, Jefferson de Oliveira, Rodrigo da Rosa</a:t>
            </a:r>
            <a:endParaRPr lang="en-US" sz="4762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5353293" y="15839628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Imagem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Mockup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353293" y="23110704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966982" y="31719842"/>
            <a:ext cx="11399871" cy="611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2"/>
              </a:lnSpc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SILVA, Fulano da.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Introdução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aos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Sistemas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Computacionais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Complexos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 São Paulo: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Editora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Horizonte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Científico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2018.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SANTOS,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Beltrano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dos; OLIVEIRA, Maria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Antonieta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Modelagem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Matemática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Algoritmos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Educacionais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 Rio de Janeiro: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Editora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Saber &amp;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Ciência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2020.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Mc Florida, Arduino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Avançado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Intergaláctico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2021.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Editora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chips, 2028.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95870" y="31719841"/>
            <a:ext cx="12562767" cy="611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Durante o desenvolvimento deste projeto, desde a fase de esboços até a implementação técnica, foram utilizadas diferentes ferramentas que auxiliaram na construção do sistema. Entre elas:</a:t>
            </a:r>
            <a:endParaRPr lang="en-US" sz="3400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2"/>
            </a:endParaRP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Android Studio – IDE para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desenvolvimento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aplicações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móveis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Android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Google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Colab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–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Ambiente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testes 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execução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código</a:t>
            </a: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Figma – Ferramenta de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prototipação</a:t>
            </a: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370296" lvl="1"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595870" y="10749184"/>
            <a:ext cx="12562767" cy="7345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Apesar da disponibilidade de soluções digitais para agendamento, muitos usuários ainda apresentam resistência na adoção e integração dessas ferramentas ao seu cotidiano. Como consequência, métodos manuais permanecem em uso, resultando em processos menos eficientes. </a:t>
            </a:r>
          </a:p>
          <a:p>
            <a:pPr algn="just">
              <a:lnSpc>
                <a:spcPts val="4802"/>
              </a:lnSpc>
            </a:pPr>
            <a:endParaRPr lang="pt-BR" sz="3400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  <a:p>
            <a:pPr algn="just">
              <a:lnSpc>
                <a:spcPts val="4802"/>
              </a:lnSpc>
            </a:pPr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Tendo em vista a diversidade de faixas etárias entre os usuários, o desenvolvimento da aplicação exige atenção especial à usabilidade. O desafio consiste em projetar uma interface eficiente e funcional, capaz de apresentar as informações de forma clara e objetiva, evitando tanto a falta quanto o excesso de conteúdo.</a:t>
            </a:r>
            <a:endParaRPr lang="en-US" sz="3400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6" y="21125709"/>
            <a:ext cx="12562767" cy="842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 proposta consiste no desenvolvimento de um aplicativo com foco em funcionalidade e eficiência, oferecendo apenas as funções e informações necessárias, de forma completa e objetiva.</a:t>
            </a:r>
          </a:p>
          <a:p>
            <a:endParaRPr lang="pt-BR" sz="3400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  <a:p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O sistema contempla recursos como agendamento de consultas, visualização de horários com informações detalhadas (local, data e horário) e acesso ao histórico de atendimentos anteriores.</a:t>
            </a:r>
          </a:p>
          <a:p>
            <a:endParaRPr lang="pt-BR" sz="3400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  <a:p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Além disso, o aplicativo também dá importância a estética e a usabilidade da interface, buscando proporcionar uma experiência agradável ao usuário, tornando o processo de agendamento simples, intuitivo e evitando a sensação de uma tarefa cansativa ou complexa.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IV SEMANA FECAP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Escola de </a:t>
            </a: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Comércio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Álvares </a:t>
            </a: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Penteado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617816" y="10880630"/>
            <a:ext cx="11904157" cy="366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 aplicação desenvolvida apresentou melhorias na organização dos agendamentos da clínica, reduzindo conflitos de horários e otimizando o processo de marcação de consultas.</a:t>
            </a:r>
          </a:p>
          <a:p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O sistema permitiu um acesso mais rápido e claro às informações, tanto para os profissionais quanto para os pacientes, contribuindo para uma rotina mais eficiente.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714839" y="24195810"/>
            <a:ext cx="11652014" cy="426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Do ponto de vista do paciente, a aplicação proporcionou uma experiência mais simples, intuitiva e acessível, permitindo o agendamento de consultas de forma rápida e sem complicações. A organização clara das informações, como data, horário e local, facilitou a compreensão e reduziu dúvidas durante o uso, principalmente para pacientes de idade avançada </a:t>
            </a:r>
            <a:endParaRPr lang="en-US" sz="3400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2"/>
            </a:endParaRPr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654EDA67-59D0-A504-C6AF-7E22D40F0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88019" y="17477653"/>
            <a:ext cx="6963747" cy="4658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485</Words>
  <Application>Microsoft Office PowerPoint</Application>
  <PresentationFormat>Personalizar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Open Sans 2 Bold</vt:lpstr>
      <vt:lpstr>Calibri</vt:lpstr>
      <vt:lpstr>Inter</vt:lpstr>
      <vt:lpstr>Open Sans 1 Bold</vt:lpstr>
      <vt:lpstr>Open Sans 1</vt:lpstr>
      <vt:lpstr>Open Sans 2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Ana Luiza Ribeiro do Vale</dc:creator>
  <cp:lastModifiedBy>Ana Luiza Ribeiro do Vale</cp:lastModifiedBy>
  <cp:revision>3</cp:revision>
  <dcterms:created xsi:type="dcterms:W3CDTF">2006-08-16T00:00:00Z</dcterms:created>
  <dcterms:modified xsi:type="dcterms:W3CDTF">2026-05-04T21:39:23Z</dcterms:modified>
  <dc:identifier>DAHA7VomhzE</dc:identifier>
</cp:coreProperties>
</file>